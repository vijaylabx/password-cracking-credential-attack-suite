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theme/theme2.xml" ContentType="application/vnd.openxmlformats-officedocument.theme+xml"/>
  <Override PartName="/ppt/slideLayouts/slideLayout10.xml" ContentType="application/vnd.openxmlformats-officedocument.presentationml.slideLayout+xml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11.xml" ContentType="application/vnd.openxmlformats-officedocument.presentationml.notesSlide+xml"/>
  <Override PartName="/ppt/notesSlides/notesSlide8.xml" ContentType="application/vnd.openxmlformats-officedocument.presentationml.notes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2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autoCompressPictures="0" saveSubsetFonts="1">
  <p:sldMasterIdLst>
    <p:sldMasterId id="2147483648" r:id="rId1"/>
  </p:sldMasterIdLst>
  <p:notesMasterIdLst>
    <p:notesMasterId r:id="rId16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9144000" cy="6858000" type="screen4x3"/>
  <p:notesSz cx="6858000" cy="9144000"/>
  <p:defaultTextStyle>
    <a:defPPr>
      <a:defRPr lang="en-US"/>
    </a:defPPr>
    <a:lvl1pPr marL="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pos="2160" orient="horz"/>
        <p:guide pos="2880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 /><Relationship Id="rId18" Type="http://schemas.openxmlformats.org/officeDocument/2006/relationships/tableStyles" Target="tableStyles.xml" /><Relationship Id="rId19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25442218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209800015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504764662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2025999589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79960662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47967295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4587981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5148338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8902578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8AEB6E2-4915-6CFD-8B35-B7E17D86F91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520040E-19A8-9AA2-3F55-7C6A9E0E6FA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F704098-CDC1-4142-6308-4EAACD8AC8F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6562807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5570121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7495775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C2E29FD-6ACE-9F41-2C12-909271EDFBE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1050721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5469758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6569086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1238178-1A8D-B942-0C6B-38F48348027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355385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6553231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8951224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5493F3D-CBDC-F90B-BE8F-F8BB4C60F0C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019732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0253710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9959287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BF5EB5D-8FCA-2030-E5A2-27D5E33EC0B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9632228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3057205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3061716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FFA8929-FD99-4F18-504E-0221696505C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5699700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7808200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5906378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991DAF3-4D41-C0A4-8337-2466E6B2C8E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6034962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6610226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7472228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022211A-AC38-E5E2-D35D-8DA9FF00C7E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7431981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0064917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2319898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1238728-33B9-B9E0-7220-7655879E47C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4043128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6784438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4704264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61F2F0-4042-576C-2EB3-E2D9E500050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67227371" name="Title 1"/>
          <p:cNvSpPr>
            <a:spLocks noGrp="1"/>
          </p:cNvSpPr>
          <p:nvPr>
            <p:ph type="ctrTitle"/>
          </p:nvPr>
        </p:nvSpPr>
        <p:spPr bwMode="auto">
          <a:xfrm>
            <a:off x="685800" y="2130425"/>
            <a:ext cx="7772400" cy="1470025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474789251" name="Subtitle 2"/>
          <p:cNvSpPr>
            <a:spLocks noGrp="1"/>
          </p:cNvSpPr>
          <p:nvPr>
            <p:ph type="subTitle" idx="1"/>
          </p:nvPr>
        </p:nvSpPr>
        <p:spPr bwMode="auto">
          <a:xfrm>
            <a:off x="1371600" y="3886200"/>
            <a:ext cx="6400800" cy="1752599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1856624301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114541593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106630601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89073439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912058307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080062272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2142230169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095924783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68601887" name="Title 1"/>
          <p:cNvSpPr>
            <a:spLocks noGrp="1"/>
          </p:cNvSpPr>
          <p:nvPr>
            <p:ph type="title"/>
          </p:nvPr>
        </p:nvSpPr>
        <p:spPr bwMode="auto"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965504412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733809889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2014366879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277841711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80803349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7072441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657666144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589445127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1675060535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49955714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1718549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726966242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806221149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444066574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904781838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851934308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140204348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39017285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705885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625979507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1703724112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41679162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57374670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473757216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44589154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3728028" name="Title 1"/>
          <p:cNvSpPr>
            <a:spLocks noGrp="1"/>
          </p:cNvSpPr>
          <p:nvPr>
            <p:ph type="title"/>
          </p:nvPr>
        </p:nvSpPr>
        <p:spPr bwMode="auto"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619804307" name="Content Placeholder 2"/>
          <p:cNvSpPr>
            <a:spLocks noGrp="1"/>
          </p:cNvSpPr>
          <p:nvPr>
            <p:ph idx="1"/>
          </p:nvPr>
        </p:nvSpPr>
        <p:spPr bwMode="auto"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282617316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180321002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747372788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55505410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75679133" name="Title 1"/>
          <p:cNvSpPr>
            <a:spLocks noGrp="1"/>
          </p:cNvSpPr>
          <p:nvPr>
            <p:ph type="title"/>
          </p:nvPr>
        </p:nvSpPr>
        <p:spPr bwMode="auto"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598618439" name="Picture Placeholder 2"/>
          <p:cNvSpPr>
            <a:spLocks noGrp="1"/>
          </p:cNvSpPr>
          <p:nvPr>
            <p:ph type="pic" idx="1"/>
          </p:nvPr>
        </p:nvSpPr>
        <p:spPr bwMode="auto"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 lang="en-US"/>
          </a:p>
        </p:txBody>
      </p:sp>
      <p:sp>
        <p:nvSpPr>
          <p:cNvPr id="1140057198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596611247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132001459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34564417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610667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728826614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657553395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1698629121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503525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26251039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6629400" y="274638"/>
            <a:ext cx="2057400" cy="5851525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328503431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457200" y="274638"/>
            <a:ext cx="6019800" cy="5851525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468412471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738712949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056143534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55776450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24148574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087434948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311030294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51778671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>
        <a:spcBef>
          <a:spcPts val="0"/>
        </a:spcBef>
        <a:buFont typeface="Arial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>
        <a:spcBef>
          <a:spcPts val="0"/>
        </a:spcBef>
        <a:buFont typeface="Arial"/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>
        <a:spcBef>
          <a:spcPts val="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>
        <a:spcBef>
          <a:spcPts val="0"/>
        </a:spcBef>
        <a:buFont typeface="Arial"/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>
        <a:spcBef>
          <a:spcPts val="0"/>
        </a:spcBef>
        <a:buFont typeface="Arial"/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s://github.com/vijaylabx" TargetMode="External"/><Relationship Id="rId4" Type="http://schemas.openxmlformats.org/officeDocument/2006/relationships/hyperlink" Target="https://www.linkedin.com/in/vijay-kumar-334911270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32913560" name="Title 1"/>
          <p:cNvSpPr>
            <a:spLocks noGrp="1"/>
          </p:cNvSpPr>
          <p:nvPr>
            <p:ph type="ctr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Password Cracking &amp; Credential Attack Suite</a:t>
            </a:r>
            <a:endParaRPr/>
          </a:p>
        </p:txBody>
      </p:sp>
      <p:sp>
        <p:nvSpPr>
          <p:cNvPr id="2134147634" name="Subtitle 2"/>
          <p:cNvSpPr>
            <a:spLocks noGrp="1"/>
          </p:cNvSpPr>
          <p:nvPr>
            <p:ph type="subTitle" idx="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Advanced Cybersecurity Auditing Toolkit</a:t>
            </a:r>
            <a:endParaRPr/>
          </a:p>
          <a:p>
            <a:pPr>
              <a:defRPr/>
            </a:pPr>
            <a:r>
              <a:rPr/>
              <a:t>Developed By: Vijay Gi | Version 1.1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5541258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457199" y="117431"/>
            <a:ext cx="8229600" cy="1043835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/>
          </a:bodyPr>
          <a:lstStyle/>
          <a:p>
            <a:pPr>
              <a:defRPr/>
            </a:pPr>
            <a:r>
              <a:rPr/>
              <a:t>Image Overview </a:t>
            </a:r>
            <a:endParaRPr/>
          </a:p>
        </p:txBody>
      </p:sp>
      <p:sp>
        <p:nvSpPr>
          <p:cNvPr id="782665556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392773" y="1161267"/>
            <a:ext cx="8294025" cy="4964895"/>
          </a:xfrm>
        </p:spPr>
        <p:txBody>
          <a:bodyPr/>
          <a:lstStyle/>
          <a:p>
            <a:pPr marL="0" indent="0">
              <a:buFont typeface="Arial"/>
              <a:buNone/>
              <a:defRPr/>
            </a:pPr>
            <a:endParaRPr/>
          </a:p>
        </p:txBody>
      </p:sp>
      <p:pic>
        <p:nvPicPr>
          <p:cNvPr id="1862485833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1035599" y="1212055"/>
            <a:ext cx="7072799" cy="491410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15203606" name="Title 1"/>
          <p:cNvSpPr>
            <a:spLocks noGrp="1"/>
          </p:cNvSpPr>
          <p:nvPr>
            <p:ph type="title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 fontScale="90000" lnSpcReduction="2000"/>
          </a:bodyPr>
          <a:lstStyle/>
          <a:p>
            <a:pPr>
              <a:defRPr/>
            </a:pPr>
            <a:r>
              <a:rPr>
                <a:highlight>
                  <a:srgbClr val="D3D3D3"/>
                </a:highlight>
              </a:rPr>
              <a:t>Full Detailed Overview And what will be use for development</a:t>
            </a:r>
            <a:endParaRPr/>
          </a:p>
        </p:txBody>
      </p:sp>
      <p:sp>
        <p:nvSpPr>
          <p:cNvPr id="628045960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 sz="3200" b="0" i="0" u="none" strike="noStrike" cap="none" spc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Ethical Use &amp; Compliance</a:t>
            </a:r>
            <a:endParaRPr/>
          </a:p>
          <a:p>
            <a:pPr>
              <a:defRPr/>
            </a:pPr>
            <a:r>
              <a:rPr lang="en-US" sz="3200" b="0" i="0" u="none" strike="noStrike" cap="none" spc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Visual Analytics &amp; Reporting</a:t>
            </a:r>
            <a:endParaRPr/>
          </a:p>
          <a:p>
            <a:pPr>
              <a:defRPr/>
            </a:pPr>
            <a:r>
              <a:rPr lang="en-US" sz="3200" b="0" i="0" u="none" strike="noStrike" cap="none" spc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Service Auditing Modules</a:t>
            </a:r>
            <a:endParaRPr/>
          </a:p>
          <a:p>
            <a:pPr>
              <a:defRPr/>
            </a:pPr>
            <a:r>
              <a:rPr lang="en-US" sz="3200" b="0" i="0" u="none" strike="noStrike" cap="none" spc="0">
                <a:solidFill>
                  <a:schemeClr val="tx1"/>
                </a:solidFill>
                <a:highlight>
                  <a:srgbClr val="FFFF00"/>
                </a:highlight>
                <a:latin typeface="+mn-lt"/>
                <a:ea typeface="+mn-ea"/>
                <a:cs typeface="+mn-cs"/>
              </a:rPr>
              <a:t>HIBP Leak Integration</a:t>
            </a:r>
            <a:endParaRPr/>
          </a:p>
          <a:p>
            <a:pPr>
              <a:defRPr/>
            </a:pPr>
            <a:r>
              <a:rPr lang="en-US" sz="3200" b="0" i="0" u="none" strike="noStrike" cap="none" spc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Security Analysis &amp; Compliance</a:t>
            </a:r>
            <a:endParaRPr/>
          </a:p>
          <a:p>
            <a:pPr>
              <a:defRPr/>
            </a:pPr>
            <a:r>
              <a:rPr lang="en-US" sz="3200" b="0" i="0" u="none" strike="noStrike" cap="none" spc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High-Performance Cracker</a:t>
            </a:r>
            <a:endParaRPr/>
          </a:p>
          <a:p>
            <a:pPr>
              <a:defRPr/>
            </a:pPr>
            <a:r>
              <a:rPr lang="en-US" sz="3200" b="0" i="0" u="none" strike="noStrike" cap="none" spc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Smart Dictionary Generation</a:t>
            </a:r>
            <a:endParaRPr/>
          </a:p>
          <a:p>
            <a:pPr>
              <a:defRPr/>
            </a:pPr>
            <a:r>
              <a:rPr/>
              <a:t>Without Useing a single Api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80892451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Project Overview</a:t>
            </a:r>
            <a:endParaRPr/>
          </a:p>
        </p:txBody>
      </p:sp>
      <p:sp>
        <p:nvSpPr>
          <p:cNvPr id="1646185177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A comprehensive security auditing suite for credential testing.</a:t>
            </a:r>
            <a:endParaRPr/>
          </a:p>
          <a:p>
            <a:pPr>
              <a:defRPr/>
            </a:pPr>
            <a:r>
              <a:rPr/>
              <a:t>• Built with Python for module and speed.</a:t>
            </a:r>
            <a:endParaRPr/>
          </a:p>
          <a:p>
            <a:pPr>
              <a:defRPr/>
            </a:pPr>
            <a:r>
              <a:rPr/>
              <a:t>• Multi-threaded architecture for high performance.</a:t>
            </a:r>
            <a:endParaRPr/>
          </a:p>
          <a:p>
            <a:pPr>
              <a:defRPr/>
            </a:pPr>
            <a:r>
              <a:rPr/>
              <a:t>• Focus on educational research and authorized auditing for Real World 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50622909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Smart Dictionary Generation</a:t>
            </a:r>
            <a:endParaRPr/>
          </a:p>
        </p:txBody>
      </p:sp>
      <p:sp>
        <p:nvSpPr>
          <p:cNvPr id="1471738294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Beyond simple wordlists: Mutation and Permutation logic.</a:t>
            </a:r>
            <a:endParaRPr/>
          </a:p>
          <a:p>
            <a:pPr>
              <a:defRPr/>
            </a:pPr>
            <a:r>
              <a:rPr/>
              <a:t>• Creates thousands of variants from base words.</a:t>
            </a:r>
            <a:endParaRPr/>
          </a:p>
          <a:p>
            <a:pPr>
              <a:defRPr/>
            </a:pPr>
            <a:r>
              <a:rPr/>
              <a:t>• Rule-based suffix/prefix injection.</a:t>
            </a:r>
            <a:endParaRPr/>
          </a:p>
          <a:p>
            <a:pPr>
              <a:defRPr/>
            </a:pPr>
            <a:r>
              <a:rPr/>
              <a:t>• Case sensitivity and special character mutations.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7962913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High-Performance Cracker</a:t>
            </a:r>
            <a:endParaRPr/>
          </a:p>
        </p:txBody>
      </p:sp>
      <p:sp>
        <p:nvSpPr>
          <p:cNvPr id="134295625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Efficiency in breaking hashes and recovering credentials.</a:t>
            </a:r>
            <a:endParaRPr/>
          </a:p>
          <a:p>
            <a:pPr>
              <a:defRPr/>
            </a:pPr>
            <a:r>
              <a:rPr/>
              <a:t>• Supports MD5, SHA-1, SHA-256, SHA-512.</a:t>
            </a:r>
            <a:endParaRPr/>
          </a:p>
          <a:p>
            <a:pPr>
              <a:defRPr/>
            </a:pPr>
            <a:r>
              <a:rPr/>
              <a:t>• Multi-threading utilization (Configurable).</a:t>
            </a:r>
            <a:endParaRPr/>
          </a:p>
          <a:p>
            <a:pPr>
              <a:defRPr/>
            </a:pPr>
            <a:r>
              <a:rPr/>
              <a:t>• Batch Mode: Process multiple users/hashes simultaneously.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7360538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Security Analysis &amp; Compliance</a:t>
            </a:r>
            <a:endParaRPr/>
          </a:p>
        </p:txBody>
      </p:sp>
      <p:sp>
        <p:nvSpPr>
          <p:cNvPr id="1050876922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Measuring password strength with data-driven metrics.</a:t>
            </a:r>
            <a:endParaRPr/>
          </a:p>
          <a:p>
            <a:pPr>
              <a:defRPr/>
            </a:pPr>
            <a:r>
              <a:rPr/>
              <a:t>• Shannon Entropy calculation (bits of security).</a:t>
            </a:r>
            <a:endParaRPr/>
          </a:p>
          <a:p>
            <a:pPr>
              <a:defRPr/>
            </a:pPr>
            <a:r>
              <a:rPr/>
              <a:t>• NIST Password Policy Compliance check.</a:t>
            </a:r>
            <a:endParaRPr/>
          </a:p>
          <a:p>
            <a:pPr>
              <a:defRPr/>
            </a:pPr>
            <a:r>
              <a:rPr/>
              <a:t>• Real-time recommendations for strengthening credentials.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0234327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>
                <a:highlight>
                  <a:srgbClr val="FFFF00"/>
                </a:highlight>
              </a:rPr>
              <a:t>HIBP Leak Integration</a:t>
            </a:r>
            <a:endParaRPr>
              <a:highlight>
                <a:srgbClr val="FFFF00"/>
              </a:highlight>
            </a:endParaRPr>
          </a:p>
        </p:txBody>
      </p:sp>
      <p:sp>
        <p:nvSpPr>
          <p:cNvPr id="1930460063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Checking passwords against billions of breached records.</a:t>
            </a:r>
            <a:endParaRPr/>
          </a:p>
          <a:p>
            <a:pPr>
              <a:defRPr/>
            </a:pPr>
            <a:r>
              <a:rPr/>
              <a:t>• Uses Have I Been Pwned (HIBP) Range API.</a:t>
            </a:r>
            <a:endParaRPr/>
          </a:p>
          <a:p>
            <a:pPr>
              <a:defRPr/>
            </a:pPr>
            <a:r>
              <a:rPr/>
              <a:t>• K-Anonymity Model: Passwords never leave local system.</a:t>
            </a:r>
            <a:endParaRPr/>
          </a:p>
          <a:p>
            <a:pPr>
              <a:defRPr/>
            </a:pPr>
            <a:r>
              <a:rPr/>
              <a:t>• Identifies real-world vulnerability risks.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4158315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Service Auditing Modules</a:t>
            </a:r>
            <a:endParaRPr/>
          </a:p>
        </p:txBody>
      </p:sp>
      <p:sp>
        <p:nvSpPr>
          <p:cNvPr id="2067762466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Testing external services for weak credentials.</a:t>
            </a:r>
            <a:endParaRPr/>
          </a:p>
          <a:p>
            <a:pPr>
              <a:defRPr/>
            </a:pPr>
            <a:r>
              <a:rPr/>
              <a:t>• SSH Brute-force simulation (via Paramiko).</a:t>
            </a:r>
            <a:endParaRPr/>
          </a:p>
          <a:p>
            <a:pPr>
              <a:defRPr/>
            </a:pPr>
            <a:r>
              <a:rPr/>
              <a:t>• FTP Authentication auditing.</a:t>
            </a:r>
            <a:endParaRPr/>
          </a:p>
          <a:p>
            <a:pPr>
              <a:defRPr/>
            </a:pPr>
            <a:r>
              <a:rPr/>
              <a:t>• Web Login Form Auditor for local lab environments and setup.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7402208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Visual Analytics &amp; Reporting</a:t>
            </a:r>
            <a:endParaRPr/>
          </a:p>
        </p:txBody>
      </p:sp>
      <p:sp>
        <p:nvSpPr>
          <p:cNvPr id="256847733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Professional results for security audits.</a:t>
            </a:r>
            <a:endParaRPr/>
          </a:p>
          <a:p>
            <a:pPr>
              <a:defRPr/>
            </a:pPr>
            <a:r>
              <a:rPr/>
              <a:t>• Automated generation of Text reports.</a:t>
            </a:r>
            <a:endParaRPr/>
          </a:p>
          <a:p>
            <a:pPr>
              <a:defRPr/>
            </a:pPr>
            <a:r>
              <a:rPr/>
              <a:t>• Visual charts for password strength distribution.</a:t>
            </a:r>
            <a:endParaRPr/>
          </a:p>
          <a:p>
            <a:pPr>
              <a:defRPr/>
            </a:pPr>
            <a:r>
              <a:rPr/>
              <a:t>• Detailed vulnerability logs.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628236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Ethical Use &amp; Compliance</a:t>
            </a:r>
            <a:endParaRPr/>
          </a:p>
        </p:txBody>
      </p:sp>
      <p:sp>
        <p:nvSpPr>
          <p:cNvPr id="800946940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Strictly for authorized use.</a:t>
            </a:r>
            <a:endParaRPr/>
          </a:p>
          <a:p>
            <a:pPr>
              <a:defRPr/>
            </a:pPr>
            <a:r>
              <a:rPr/>
              <a:t>• Intended for educational and security research purposes.</a:t>
            </a:r>
            <a:endParaRPr/>
          </a:p>
          <a:p>
            <a:pPr>
              <a:defRPr/>
            </a:pPr>
            <a:r>
              <a:rPr/>
              <a:t>• Usage on unauthorized systems is strictly prohibited.</a:t>
            </a:r>
            <a:endParaRPr/>
          </a:p>
          <a:p>
            <a:pPr>
              <a:defRPr/>
            </a:pPr>
            <a:r>
              <a:rPr/>
              <a:t>• Designed to improve security, not compromise it.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1838104" name="Title 1"/>
          <p:cNvSpPr>
            <a:spLocks noGrp="1"/>
          </p:cNvSpPr>
          <p:nvPr>
            <p:ph type="ctrTitle"/>
          </p:nvPr>
        </p:nvSpPr>
        <p:spPr bwMode="auto">
          <a:xfrm flipH="0" flipV="0">
            <a:off x="757237" y="1177924"/>
            <a:ext cx="7772400" cy="1470024"/>
          </a:xfrm>
        </p:spPr>
        <p:txBody>
          <a:bodyPr/>
          <a:lstStyle/>
          <a:p>
            <a:pPr>
              <a:defRPr/>
            </a:pPr>
            <a:r>
              <a:rPr/>
              <a:t>Thank You!</a:t>
            </a:r>
            <a:endParaRPr/>
          </a:p>
        </p:txBody>
      </p:sp>
      <p:sp>
        <p:nvSpPr>
          <p:cNvPr id="359714085" name="Subtitle 2"/>
          <p:cNvSpPr>
            <a:spLocks noGrp="1"/>
          </p:cNvSpPr>
          <p:nvPr>
            <p:ph type="subTitle" idx="1"/>
          </p:nvPr>
        </p:nvSpPr>
        <p:spPr bwMode="auto">
          <a:xfrm flipH="0" flipV="0">
            <a:off x="1371599" y="2600324"/>
            <a:ext cx="6400800" cy="1388268"/>
          </a:xfrm>
        </p:spPr>
        <p:txBody>
          <a:bodyPr/>
          <a:lstStyle/>
          <a:p>
            <a:pPr>
              <a:defRPr/>
            </a:pPr>
            <a:r>
              <a:rPr/>
              <a:t>Stay Secure. Audit Responsibly.</a:t>
            </a:r>
            <a:endParaRPr/>
          </a:p>
          <a:p>
            <a:pPr>
              <a:defRPr/>
            </a:pPr>
            <a:r>
              <a:rPr/>
              <a:t>Questions? Contact: Vijay Gi</a:t>
            </a:r>
            <a:endParaRPr/>
          </a:p>
        </p:txBody>
      </p:sp>
      <p:sp>
        <p:nvSpPr>
          <p:cNvPr id="1038137990" name=""/>
          <p:cNvSpPr txBox="1"/>
          <p:nvPr/>
        </p:nvSpPr>
        <p:spPr bwMode="auto">
          <a:xfrm rot="0" flipH="0" flipV="0">
            <a:off x="1604242" y="4155280"/>
            <a:ext cx="6573637" cy="146340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en-US" sz="1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=======================================================</a:t>
            </a:r>
            <a:endParaRPr lang="en-US" sz="1800" b="0" i="0" u="none" strike="noStrike" cap="none" spc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>
              <a:defRPr/>
            </a:pPr>
            <a:r>
              <a:rPr lang="en-US" sz="1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It’s my Contact Details </a:t>
            </a:r>
            <a:endParaRPr lang="en-US" sz="1800" b="0" i="0" u="none" strike="noStrike" cap="none" spc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>
              <a:defRPr/>
            </a:pPr>
            <a:r>
              <a:rPr/>
              <a:t>Find me on Github : </a:t>
            </a:r>
            <a:r>
              <a:rPr lang="en-US" sz="1800" b="0" i="0" u="sng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  <a:hlinkClick r:id="rId3" tooltip=""/>
              </a:rPr>
              <a:t>https://github.com/vijaylabx</a:t>
            </a:r>
            <a:endParaRPr/>
          </a:p>
          <a:p>
            <a:pPr>
              <a:defRPr/>
            </a:pPr>
            <a:r>
              <a:rPr lang="en-US"/>
              <a:t>Linkdin : </a:t>
            </a:r>
            <a:r>
              <a:rPr u="sng">
                <a:solidFill>
                  <a:schemeClr val="hlink"/>
                </a:solidFill>
                <a:hlinkClick r:id="rId4" tooltip=""/>
              </a:rPr>
              <a:t>https://www.linkedin.com/in/vijay-kumar-334911270</a:t>
            </a:r>
            <a:endParaRPr lang="en-US" sz="1800" b="0" i="0" u="none" strike="noStrike" cap="none" spc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>
    <a:spDef>
      <a:spPr bwMode="auto"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 bwMode="auto"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>
    <a:spDef>
      <a:spPr bwMode="auto"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 bwMode="auto"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ONLYOFFICE/9.3.1.8</Application>
  <PresentationFormat>On-screen Show (4:3)</PresentationFormat>
  <Paragraphs>0</Paragraphs>
  <Slides>12</Slides>
  <Notes>12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Manager/>
  <Company/>
  <LinksUpToDate>0</LinksUpToDate>
  <SharedDoc>0</SharedDoc>
  <HyperlinkBase/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/>
  <cp:revision>3</cp:revision>
  <dcterms:created xsi:type="dcterms:W3CDTF">2013-01-27T09:14:16Z</dcterms:created>
  <dcterms:modified xsi:type="dcterms:W3CDTF">2026-05-02T02:57:00Z</dcterms:modified>
  <cp:category/>
</cp:coreProperties>
</file>